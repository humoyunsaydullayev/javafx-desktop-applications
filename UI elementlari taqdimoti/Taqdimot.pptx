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65" r:id="rId5"/>
    <p:sldId id="276" r:id="rId6"/>
    <p:sldId id="293" r:id="rId7"/>
    <p:sldId id="294" r:id="rId8"/>
    <p:sldId id="295" r:id="rId9"/>
    <p:sldId id="296" r:id="rId10"/>
    <p:sldId id="297" r:id="rId11"/>
    <p:sldId id="291" r:id="rId12"/>
    <p:sldId id="290" r:id="rId13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umoyun saydullayev" initials="hs" lastIdx="2" clrIdx="0">
    <p:extLst>
      <p:ext uri="{19B8F6BF-5375-455C-9EA6-DF929625EA0E}">
        <p15:presenceInfo xmlns:p15="http://schemas.microsoft.com/office/powerpoint/2012/main" userId="90dd01d586af0fd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54" d="100"/>
          <a:sy n="54" d="100"/>
        </p:scale>
        <p:origin x="792" y="1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100" d="100"/>
          <a:sy n="100" d="100"/>
        </p:scale>
        <p:origin x="35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верхне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6947F12A-A84C-4A14-B00A-35CCCDCBE045}" type="datetime1">
              <a:rPr lang="ru-RU" smtClean="0"/>
              <a:pPr algn="r" rtl="0"/>
              <a:t>17.04.2022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45ACAF8E-318A-4EFE-8633-D9E72ABCE0ED}" type="slidenum">
              <a:rPr lang="ru-RU" smtClean="0"/>
              <a:pPr algn="r" rtl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верхне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3089557B-9822-496C-AFB1-92504668F6D8}" type="datetime1">
              <a:rPr lang="ru-RU" smtClean="0"/>
              <a:pPr/>
              <a:t>17.04.2022</a:t>
            </a:fld>
            <a:endParaRPr lang="ru-RU" dirty="0"/>
          </a:p>
        </p:txBody>
      </p:sp>
      <p:sp>
        <p:nvSpPr>
          <p:cNvPr id="4" name="Образ слайда 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dirty="0"/>
          </a:p>
        </p:txBody>
      </p:sp>
      <p:sp>
        <p:nvSpPr>
          <p:cNvPr id="5" name="Заполнитель заме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dirty="0"/>
              <a:t>Образец текста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6" name="Заполнитель нижне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5EE2CF44-2B13-41B4-A334-1CDF534EEBB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7" name="Прямоугольник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ru-RU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36460D0-483D-41DF-921A-E915B182C4D8}" type="datetime1">
              <a:rPr lang="ru-RU" smtClean="0"/>
              <a:pPr/>
              <a:t>17.04.2022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rtlCol="0" anchor="b">
            <a:normAutofit/>
          </a:bodyPr>
          <a:lstStyle>
            <a:lvl1pPr algn="l" rtl="0">
              <a:defRPr sz="54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l" rtl="0">
              <a:buNone/>
              <a:defRPr sz="2000"/>
            </a:lvl2pPr>
            <a:lvl3pPr marL="914400" indent="0" algn="l" rtl="0">
              <a:buNone/>
              <a:defRPr sz="1800"/>
            </a:lvl3pPr>
            <a:lvl4pPr marL="1371600" indent="0" algn="l" rtl="0">
              <a:buNone/>
              <a:defRPr sz="1600"/>
            </a:lvl4pPr>
            <a:lvl5pPr marL="1828800" indent="0" algn="l" rtl="0">
              <a:buNone/>
              <a:defRPr sz="1600"/>
            </a:lvl5pPr>
            <a:lvl6pPr marL="2286000" indent="0" algn="l" rtl="0">
              <a:buNone/>
              <a:defRPr sz="1600"/>
            </a:lvl6pPr>
            <a:lvl7pPr marL="2743200" indent="0" algn="l" rtl="0">
              <a:buNone/>
              <a:defRPr sz="1600"/>
            </a:lvl7pPr>
            <a:lvl8pPr marL="3200400" indent="0" algn="l" rtl="0">
              <a:buNone/>
              <a:defRPr sz="1600"/>
            </a:lvl8pPr>
            <a:lvl9pPr marL="3657600" indent="0" algn="l" rtl="0">
              <a:buNone/>
              <a:defRPr sz="16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типа объек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D7CFA94-EFCC-47FC-B7DD-4E24B24733B5}" type="datetime1">
              <a:rPr lang="ru-RU" smtClean="0"/>
              <a:pPr/>
              <a:t>17.04.2022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rtlCol="0" anchor="ctr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rtlCol="0" anchor="ctr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81638CB-5695-4AA9-8097-67D2CBFE7CE7}" type="datetime1">
              <a:rPr lang="ru-RU" smtClean="0"/>
              <a:pPr/>
              <a:t>17.04.2022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A80E48A-252F-48D1-8AEC-7A986F5005E3}" type="datetime1">
              <a:rPr lang="ru-RU" smtClean="0"/>
              <a:pPr/>
              <a:t>17.04.2022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DED88E1-B763-4872-A95C-D1643011B528}" type="datetime1">
              <a:rPr lang="ru-RU" smtClean="0"/>
              <a:pPr/>
              <a:t>17.04.2022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rtlCol="0" anchor="b">
            <a:normAutofit/>
          </a:bodyPr>
          <a:lstStyle>
            <a:lvl1pPr algn="l" rtl="0">
              <a:defRPr sz="340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 rtlCol="0"/>
          <a:lstStyle>
            <a:lvl1pPr marL="0" indent="0" algn="l" rtl="0">
              <a:spcBef>
                <a:spcPts val="0"/>
              </a:spcBef>
              <a:buNone/>
              <a:defRPr sz="16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57E0EC7-2776-4AD9-84CE-3F9E782741C2}" type="datetime1">
              <a:rPr lang="ru-RU" smtClean="0"/>
              <a:pPr/>
              <a:t>17.04.2022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6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rtlCol="0" anchor="b">
            <a:normAutofit/>
          </a:bodyPr>
          <a:lstStyle>
            <a:lvl1pPr algn="l" rtl="0">
              <a:defRPr sz="340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 rtlCol="0">
            <a:normAutofit/>
          </a:bodyPr>
          <a:lstStyle>
            <a:lvl1pPr marL="0" indent="0" algn="ctr" rtl="0">
              <a:buNone/>
              <a:defRPr sz="2000"/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 rtlCol="0"/>
          <a:lstStyle>
            <a:lvl1pPr marL="0" indent="0" algn="l" rtl="0">
              <a:spcBef>
                <a:spcPts val="0"/>
              </a:spcBef>
              <a:buNone/>
              <a:defRPr sz="16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FAF969C-653B-47D5-B5E2-94CF67614AE9}" type="datetime1">
              <a:rPr lang="ru-RU" smtClean="0"/>
              <a:pPr/>
              <a:t>17.04.2022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2464C44B-2BBF-4BA1-A73D-D02BA9DD5A92}" type="datetime1">
              <a:rPr lang="ru-RU" smtClean="0"/>
              <a:pPr/>
              <a:t>17.04.2022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 rtlCol="0"/>
          <a:lstStyle>
            <a:lvl1pPr rtl="0">
              <a:defRPr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6A3F516-A09D-4456-9F4A-D955148FE47B}" type="datetime1">
              <a:rPr lang="ru-RU" smtClean="0"/>
              <a:pPr/>
              <a:t>17.04.2022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заголовка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dirty="0"/>
              <a:t>Образец текста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F8CDDE5-FCFD-48E4-8C63-D89CA08A7A47}" type="datetime1">
              <a:rPr lang="ru-RU" smtClean="0"/>
              <a:pPr/>
              <a:t>17.04.2022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7B777932-24E5-4EE6-A6C9-23C2B1D746C2}"/>
              </a:ext>
            </a:extLst>
          </p:cNvPr>
          <p:cNvSpPr txBox="1">
            <a:spLocks/>
          </p:cNvSpPr>
          <p:nvPr/>
        </p:nvSpPr>
        <p:spPr>
          <a:xfrm>
            <a:off x="1" y="2060848"/>
            <a:ext cx="12191999" cy="11904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JavaFX UI </a:t>
            </a:r>
            <a:r>
              <a:rPr lang="uz-Latn-UZ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elementlaridan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foydalanish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Tabpane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Tab,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Mediaview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Webview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B251FFB-4431-41A6-A26C-F10A23930455}"/>
              </a:ext>
            </a:extLst>
          </p:cNvPr>
          <p:cNvSpPr txBox="1">
            <a:spLocks/>
          </p:cNvSpPr>
          <p:nvPr/>
        </p:nvSpPr>
        <p:spPr>
          <a:xfrm>
            <a:off x="0" y="5319228"/>
            <a:ext cx="12192000" cy="8838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uz-Latn-UZ" sz="3200" b="1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Yeouju</a:t>
            </a:r>
            <a:r>
              <a:rPr lang="uz-Latn-UZ" sz="32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Latn-UZ" sz="3200" b="1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</a:t>
            </a:r>
            <a:r>
              <a:rPr lang="uz-Latn-UZ" sz="32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Latn-UZ" sz="3200" b="1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institute</a:t>
            </a:r>
            <a:r>
              <a:rPr lang="uz-Latn-UZ" sz="32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uz-Latn-UZ" sz="3200" b="1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Tashkent</a:t>
            </a:r>
            <a:endParaRPr lang="en-US" sz="3200" b="1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2022-yil</a:t>
            </a:r>
            <a:endParaRPr lang="uz-Latn-UZ" sz="3200" b="1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7A30DA9-AD0D-4BE7-BBAE-3D85E6BAA82D}"/>
              </a:ext>
            </a:extLst>
          </p:cNvPr>
          <p:cNvSpPr txBox="1">
            <a:spLocks/>
          </p:cNvSpPr>
          <p:nvPr/>
        </p:nvSpPr>
        <p:spPr>
          <a:xfrm>
            <a:off x="0" y="4239498"/>
            <a:ext cx="12191999" cy="760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</a:t>
            </a:r>
            <a:r>
              <a:rPr lang="uz-Latn-UZ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-4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uz-Latn-U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Humoyun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Saydullayev,  </a:t>
            </a:r>
            <a:r>
              <a:rPr lang="uz-Latn-U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Arofat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Babaniyazov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18175A24-6FEE-435F-B77F-FF1945902FEF}"/>
              </a:ext>
            </a:extLst>
          </p:cNvPr>
          <p:cNvSpPr/>
          <p:nvPr/>
        </p:nvSpPr>
        <p:spPr>
          <a:xfrm>
            <a:off x="-12051" y="6401552"/>
            <a:ext cx="12191998" cy="456447"/>
          </a:xfrm>
          <a:prstGeom prst="rect">
            <a:avLst/>
          </a:prstGeom>
          <a:solidFill>
            <a:schemeClr val="tx1">
              <a:lumMod val="65000"/>
            </a:schemeClr>
          </a:solidFill>
          <a:ln>
            <a:solidFill>
              <a:schemeClr val="tx2">
                <a:lumMod val="10000"/>
              </a:schemeClr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 prst="angle"/>
            </a:sp3d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											18</a:t>
            </a:r>
          </a:p>
        </p:txBody>
      </p:sp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">
            <a:extLst>
              <a:ext uri="{FF2B5EF4-FFF2-40B4-BE49-F238E27FC236}">
                <a16:creationId xmlns:a16="http://schemas.microsoft.com/office/drawing/2014/main" id="{588FA3E5-1B72-415A-B76A-28D19BD18F1C}"/>
              </a:ext>
            </a:extLst>
          </p:cNvPr>
          <p:cNvSpPr/>
          <p:nvPr/>
        </p:nvSpPr>
        <p:spPr>
          <a:xfrm>
            <a:off x="-12051" y="6400800"/>
            <a:ext cx="12191998" cy="457200"/>
          </a:xfrm>
          <a:prstGeom prst="rect">
            <a:avLst/>
          </a:prstGeom>
          <a:solidFill>
            <a:schemeClr val="tx1">
              <a:lumMod val="65000"/>
            </a:schemeClr>
          </a:solidFill>
          <a:ln>
            <a:solidFill>
              <a:schemeClr val="tx2">
                <a:lumMod val="10000"/>
              </a:schemeClr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 prst="angle"/>
            </a:sp3d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											</a:t>
            </a:r>
            <a:r>
              <a:rPr lang="uz-Latn-UZ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E4A435-4226-450A-8CDB-93EC97986382}"/>
              </a:ext>
            </a:extLst>
          </p:cNvPr>
          <p:cNvSpPr txBox="1"/>
          <p:nvPr/>
        </p:nvSpPr>
        <p:spPr>
          <a:xfrm>
            <a:off x="2293509" y="28026"/>
            <a:ext cx="7632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Mavzu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rejasi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FE19B5-46F9-496A-BD0C-627CC5A4E6AC}"/>
              </a:ext>
            </a:extLst>
          </p:cNvPr>
          <p:cNvSpPr txBox="1"/>
          <p:nvPr/>
        </p:nvSpPr>
        <p:spPr>
          <a:xfrm>
            <a:off x="2267524" y="2348880"/>
            <a:ext cx="81489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 algn="ctr">
              <a:buAutoNum type="arabicPeriod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Tabpane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 </a:t>
            </a:r>
          </a:p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Mediaview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Webview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269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3A97A0FE-EB24-423D-9921-A47F45C87761}"/>
              </a:ext>
            </a:extLst>
          </p:cNvPr>
          <p:cNvSpPr/>
          <p:nvPr/>
        </p:nvSpPr>
        <p:spPr>
          <a:xfrm>
            <a:off x="-12051" y="6400800"/>
            <a:ext cx="12191998" cy="457200"/>
          </a:xfrm>
          <a:prstGeom prst="rect">
            <a:avLst/>
          </a:prstGeom>
          <a:solidFill>
            <a:schemeClr val="tx1">
              <a:lumMod val="65000"/>
            </a:schemeClr>
          </a:solidFill>
          <a:ln>
            <a:solidFill>
              <a:schemeClr val="tx2">
                <a:lumMod val="10000"/>
              </a:schemeClr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 prst="angle"/>
            </a:sp3d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											</a:t>
            </a:r>
            <a:r>
              <a:rPr lang="uz-Latn-UZ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0D26C2-EE8B-4417-BD37-D9EE2CB884CC}"/>
              </a:ext>
            </a:extLst>
          </p:cNvPr>
          <p:cNvSpPr txBox="1"/>
          <p:nvPr/>
        </p:nvSpPr>
        <p:spPr>
          <a:xfrm>
            <a:off x="2293509" y="28026"/>
            <a:ext cx="7632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Tabpane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08BB0E-1279-4AD5-8928-8B231EFC1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42" y="887477"/>
            <a:ext cx="4008734" cy="224833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D241BBE-DF29-4918-91EB-9EA8C3CBB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20" y="3722188"/>
            <a:ext cx="10223779" cy="23354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A86DD2-EE21-488B-9CC3-182412C89306}"/>
              </a:ext>
            </a:extLst>
          </p:cNvPr>
          <p:cNvSpPr txBox="1"/>
          <p:nvPr/>
        </p:nvSpPr>
        <p:spPr>
          <a:xfrm>
            <a:off x="4439816" y="816927"/>
            <a:ext cx="653655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Tabpane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tabning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Scenebuilder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ko’rinishi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B86786-8E5C-4250-BE67-9AD7F97DE74D}"/>
              </a:ext>
            </a:extLst>
          </p:cNvPr>
          <p:cNvSpPr txBox="1"/>
          <p:nvPr/>
        </p:nvSpPr>
        <p:spPr>
          <a:xfrm>
            <a:off x="4625849" y="2350292"/>
            <a:ext cx="65365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Tabpane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tabning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Javada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ko’rinishi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550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D65E040C-929F-418F-BDC5-A6B3E28D603F}"/>
              </a:ext>
            </a:extLst>
          </p:cNvPr>
          <p:cNvSpPr/>
          <p:nvPr/>
        </p:nvSpPr>
        <p:spPr>
          <a:xfrm>
            <a:off x="-12051" y="6400800"/>
            <a:ext cx="12191998" cy="457200"/>
          </a:xfrm>
          <a:prstGeom prst="rect">
            <a:avLst/>
          </a:prstGeom>
          <a:solidFill>
            <a:schemeClr val="tx1">
              <a:lumMod val="65000"/>
            </a:schemeClr>
          </a:solidFill>
          <a:ln>
            <a:solidFill>
              <a:schemeClr val="tx2">
                <a:lumMod val="10000"/>
              </a:schemeClr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 prst="angle"/>
            </a:sp3d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											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EFA8588-B42C-4A4E-8261-EF75CC09E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1410486"/>
            <a:ext cx="5685013" cy="405419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F74798-50D0-4E27-A5F1-0DCF4799C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373" y="1375232"/>
            <a:ext cx="5669771" cy="41075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0D0DFB-06C8-46A6-A7AF-934F9768E91C}"/>
              </a:ext>
            </a:extLst>
          </p:cNvPr>
          <p:cNvSpPr txBox="1"/>
          <p:nvPr/>
        </p:nvSpPr>
        <p:spPr>
          <a:xfrm>
            <a:off x="2279577" y="151197"/>
            <a:ext cx="7632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Tabpane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natijasi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tablarni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almashtirish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502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918398A3-0817-4194-A118-BAF1095719BF}"/>
              </a:ext>
            </a:extLst>
          </p:cNvPr>
          <p:cNvSpPr/>
          <p:nvPr/>
        </p:nvSpPr>
        <p:spPr>
          <a:xfrm>
            <a:off x="-12051" y="6400800"/>
            <a:ext cx="12191998" cy="457200"/>
          </a:xfrm>
          <a:prstGeom prst="rect">
            <a:avLst/>
          </a:prstGeom>
          <a:solidFill>
            <a:schemeClr val="tx1">
              <a:lumMod val="65000"/>
            </a:schemeClr>
          </a:solidFill>
          <a:ln>
            <a:solidFill>
              <a:schemeClr val="tx2">
                <a:lumMod val="10000"/>
              </a:schemeClr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 prst="angle"/>
            </a:sp3d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											</a:t>
            </a:r>
            <a:r>
              <a:rPr lang="uz-Latn-UZ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F0D7F-6221-4F52-8BBC-3887D7774D0F}"/>
              </a:ext>
            </a:extLst>
          </p:cNvPr>
          <p:cNvSpPr txBox="1"/>
          <p:nvPr/>
        </p:nvSpPr>
        <p:spPr>
          <a:xfrm>
            <a:off x="2279577" y="116632"/>
            <a:ext cx="7632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Mediaview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Webview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3B7CE3-9417-49FA-AE7F-A9505C5B9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051" y="1198836"/>
            <a:ext cx="6577311" cy="487162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65F8E1F-B937-4A78-91DE-1603944BD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092" y="2464012"/>
            <a:ext cx="5512231" cy="36064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C3D983-CFAE-4924-A7D3-884DD937D5F5}"/>
              </a:ext>
            </a:extLst>
          </p:cNvPr>
          <p:cNvSpPr txBox="1"/>
          <p:nvPr/>
        </p:nvSpPr>
        <p:spPr>
          <a:xfrm>
            <a:off x="6605092" y="1074472"/>
            <a:ext cx="56166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Mediaview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Webview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java </a:t>
            </a:r>
            <a:r>
              <a:rPr lang="en-US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kodlari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215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BF743F-DC07-4958-9188-2A275D447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893" y="805825"/>
            <a:ext cx="8250214" cy="54219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987075-E614-4248-9193-CC29452350EE}"/>
              </a:ext>
            </a:extLst>
          </p:cNvPr>
          <p:cNvSpPr txBox="1"/>
          <p:nvPr/>
        </p:nvSpPr>
        <p:spPr>
          <a:xfrm>
            <a:off x="2279577" y="116632"/>
            <a:ext cx="7632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Webview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natijasi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0767C82-01DB-453F-8DD1-B05EB5A1370B}"/>
              </a:ext>
            </a:extLst>
          </p:cNvPr>
          <p:cNvSpPr/>
          <p:nvPr/>
        </p:nvSpPr>
        <p:spPr>
          <a:xfrm>
            <a:off x="-12051" y="6400800"/>
            <a:ext cx="12191998" cy="457200"/>
          </a:xfrm>
          <a:prstGeom prst="rect">
            <a:avLst/>
          </a:prstGeom>
          <a:solidFill>
            <a:schemeClr val="tx1">
              <a:lumMod val="65000"/>
            </a:schemeClr>
          </a:solidFill>
          <a:ln>
            <a:solidFill>
              <a:schemeClr val="tx2">
                <a:lumMod val="10000"/>
              </a:schemeClr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 prst="angle"/>
            </a:sp3d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											6</a:t>
            </a:r>
          </a:p>
        </p:txBody>
      </p:sp>
    </p:spTree>
    <p:extLst>
      <p:ext uri="{BB962C8B-B14F-4D97-AF65-F5344CB8AC3E}">
        <p14:creationId xmlns:p14="http://schemas.microsoft.com/office/powerpoint/2010/main" val="762216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B14BFB-33B2-4DA4-B061-BB00FB1E8663}"/>
              </a:ext>
            </a:extLst>
          </p:cNvPr>
          <p:cNvSpPr txBox="1"/>
          <p:nvPr/>
        </p:nvSpPr>
        <p:spPr>
          <a:xfrm>
            <a:off x="2279577" y="116632"/>
            <a:ext cx="7632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Mediaview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natijasi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B319F49-E322-43AD-9509-510088DDF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96" y="908720"/>
            <a:ext cx="9480376" cy="5332712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3B0A6E15-D85A-4819-A841-8DFDB364E2C8}"/>
              </a:ext>
            </a:extLst>
          </p:cNvPr>
          <p:cNvSpPr/>
          <p:nvPr/>
        </p:nvSpPr>
        <p:spPr>
          <a:xfrm>
            <a:off x="-12051" y="6400800"/>
            <a:ext cx="12191998" cy="457200"/>
          </a:xfrm>
          <a:prstGeom prst="rect">
            <a:avLst/>
          </a:prstGeom>
          <a:solidFill>
            <a:schemeClr val="tx1">
              <a:lumMod val="65000"/>
            </a:schemeClr>
          </a:solidFill>
          <a:ln>
            <a:solidFill>
              <a:schemeClr val="tx2">
                <a:lumMod val="10000"/>
              </a:schemeClr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 prst="angle"/>
            </a:sp3d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											7</a:t>
            </a:r>
          </a:p>
        </p:txBody>
      </p:sp>
    </p:spTree>
    <p:extLst>
      <p:ext uri="{BB962C8B-B14F-4D97-AF65-F5344CB8AC3E}">
        <p14:creationId xmlns:p14="http://schemas.microsoft.com/office/powerpoint/2010/main" val="310335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5D4D341-0BD4-4BD4-A1A4-275BAEFC2F5D}"/>
              </a:ext>
            </a:extLst>
          </p:cNvPr>
          <p:cNvSpPr/>
          <p:nvPr/>
        </p:nvSpPr>
        <p:spPr>
          <a:xfrm>
            <a:off x="1703512" y="1488268"/>
            <a:ext cx="9001000" cy="3528392"/>
          </a:xfrm>
          <a:prstGeom prst="roundRect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1EDABF9-65EB-44FE-BBA6-A88F1DEFB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688" y="1880828"/>
            <a:ext cx="4680520" cy="3096344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364E99C8-2734-40B6-BACD-28A9664F1443}"/>
              </a:ext>
            </a:extLst>
          </p:cNvPr>
          <p:cNvSpPr/>
          <p:nvPr/>
        </p:nvSpPr>
        <p:spPr>
          <a:xfrm>
            <a:off x="-12051" y="6400800"/>
            <a:ext cx="12191998" cy="457200"/>
          </a:xfrm>
          <a:prstGeom prst="rect">
            <a:avLst/>
          </a:prstGeom>
          <a:solidFill>
            <a:schemeClr val="tx1">
              <a:lumMod val="65000"/>
            </a:schemeClr>
          </a:solidFill>
          <a:ln>
            <a:solidFill>
              <a:schemeClr val="tx2">
                <a:lumMod val="10000"/>
              </a:schemeClr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 prst="angle"/>
            </a:sp3d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											8</a:t>
            </a:r>
          </a:p>
        </p:txBody>
      </p:sp>
    </p:spTree>
    <p:extLst>
      <p:ext uri="{BB962C8B-B14F-4D97-AF65-F5344CB8AC3E}">
        <p14:creationId xmlns:p14="http://schemas.microsoft.com/office/powerpoint/2010/main" val="3632403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D79340-E69E-47A0-948B-918805E528BA}"/>
              </a:ext>
            </a:extLst>
          </p:cNvPr>
          <p:cNvSpPr txBox="1"/>
          <p:nvPr/>
        </p:nvSpPr>
        <p:spPr>
          <a:xfrm>
            <a:off x="-29977" y="2721114"/>
            <a:ext cx="121799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z-Latn-U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E’tiboringiz uchun rahmat !!!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A00FDEE-C06E-43C5-87B6-6C595940E967}"/>
              </a:ext>
            </a:extLst>
          </p:cNvPr>
          <p:cNvSpPr/>
          <p:nvPr/>
        </p:nvSpPr>
        <p:spPr>
          <a:xfrm>
            <a:off x="-12051" y="6400800"/>
            <a:ext cx="12191998" cy="457200"/>
          </a:xfrm>
          <a:prstGeom prst="rect">
            <a:avLst/>
          </a:prstGeom>
          <a:solidFill>
            <a:schemeClr val="tx1">
              <a:lumMod val="65000"/>
            </a:schemeClr>
          </a:solidFill>
          <a:ln>
            <a:solidFill>
              <a:schemeClr val="tx2">
                <a:lumMod val="10000"/>
              </a:schemeClr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 prst="angle"/>
            </a:sp3d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											9</a:t>
            </a:r>
          </a:p>
        </p:txBody>
      </p:sp>
    </p:spTree>
    <p:extLst>
      <p:ext uri="{BB962C8B-B14F-4D97-AF65-F5344CB8AC3E}">
        <p14:creationId xmlns:p14="http://schemas.microsoft.com/office/powerpoint/2010/main" val="4280858866"/>
      </p:ext>
    </p:extLst>
  </p:cSld>
  <p:clrMapOvr>
    <a:masterClrMapping/>
  </p:clrMapOvr>
</p:sld>
</file>

<file path=ppt/theme/theme1.xml><?xml version="1.0" encoding="utf-8"?>
<a:theme xmlns:a="http://schemas.openxmlformats.org/drawingml/2006/main" name="Компьютерная техника (16 х 9)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9411779_TF02901026" id="{9ABFC068-3A73-4579-A906-236FD849EB75}" vid="{807ADEAB-3D6D-4E0B-BC9C-74CA21365FB3}"/>
    </a:ext>
  </a:extLst>
</a:theme>
</file>

<file path=ppt/theme/theme2.xml><?xml version="1.0" encoding="utf-8"?>
<a:theme xmlns:a="http://schemas.openxmlformats.org/drawingml/2006/main" name="Тема Offic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1566889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2012-05-23T08:44:00+00:00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TP102901017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836753</LocLastLocAttemptVersionLookup>
    <IsSearchable xmlns="4873beb7-5857-4685-be1f-d57550cc96cc">true</IsSearchable>
    <TemplateTemplateType xmlns="4873beb7-5857-4685-be1f-d57550cc96cc">PowerPoint Design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REDMOND\v-anij</DisplayName>
        <AccountId>2469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0B5C6E15-39DC-470B-9445-F754B94580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46CFF6F-D9AA-4BC0-911A-0A135677191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098515-0C12-46CF-BC7C-69B4A13CD5FA}">
  <ds:schemaRefs>
    <ds:schemaRef ds:uri="4873beb7-5857-4685-be1f-d57550cc96cc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 бизнес-стратегии с изображением монтажной платы (широкоэкранный формат)</Template>
  <TotalTime>1816</TotalTime>
  <Words>195</Words>
  <Application>Microsoft Office PowerPoint</Application>
  <PresentationFormat>Широкоэкранный</PresentationFormat>
  <Paragraphs>26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Candara</vt:lpstr>
      <vt:lpstr>Consolas</vt:lpstr>
      <vt:lpstr>Times New Roman</vt:lpstr>
      <vt:lpstr>Компьютерная техника (16 х 9)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humoyun saydullayev</dc:creator>
  <cp:lastModifiedBy>Humoyun Saydullayev</cp:lastModifiedBy>
  <cp:revision>28</cp:revision>
  <dcterms:created xsi:type="dcterms:W3CDTF">2021-10-30T12:48:59Z</dcterms:created>
  <dcterms:modified xsi:type="dcterms:W3CDTF">2022-04-17T11:36:31Z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